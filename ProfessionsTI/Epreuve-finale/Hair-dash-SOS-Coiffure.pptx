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61" r:id="rId6"/>
    <p:sldId id="257" r:id="rId7"/>
    <p:sldId id="258" r:id="rId8"/>
    <p:sldId id="259" r:id="rId9"/>
    <p:sldId id="260" r:id="rId10"/>
    <p:sldId id="262" r:id="rId11"/>
    <p:sldId id="263" r:id="rId12"/>
  </p:sldIdLst>
  <p:sldSz cx="14630400" cy="8229600"/>
  <p:notesSz cx="8229600" cy="146304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PT Serif" panose="020A0603040505020204" pitchFamily="18" charset="0"/>
      <p:regular r:id="rId18"/>
      <p:bold r:id="rId19"/>
      <p:italic r:id="rId20"/>
      <p:boldItalic r:id="rId21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D1065-B23D-444C-AA81-FCC5824103B3}" v="11" dt="2024-12-18T23:54:02.315"/>
    <p1510:client id="{79FD212F-1DD5-7077-8CE8-E56290726EF3}" v="1" dt="2024-12-18T23:50:35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04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26443"/>
            <a:ext cx="645914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“Hair dash”-</a:t>
            </a:r>
            <a:r>
              <a:rPr lang="en-US" sz="4650" dirty="0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S.O.S Coiffure</a:t>
            </a:r>
            <a:endParaRPr lang="en-US" sz="4650" dirty="0">
              <a:latin typeface="PT Serif"/>
              <a:ea typeface="Calibri"/>
              <a:cs typeface="Calibri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8394" y="45313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Yann Cedrick, Yannick Brice, Merveille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4005977"/>
            <a:ext cx="354758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Yann Cedrick à Sorel-Tracy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6048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Difficulté à obtenir des rendez-vous avec des coiffeurs locaux abordables.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Yannick Brice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99521" y="46048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Annulation de rendez-vous due à un conflit d'horaire avec un examen.</a:t>
            </a:r>
            <a:endParaRPr lang="en-US" sz="17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EBE9A14-96B1-4205-ADF5-EEDA18C3803C}"/>
              </a:ext>
            </a:extLst>
          </p:cNvPr>
          <p:cNvSpPr/>
          <p:nvPr/>
        </p:nvSpPr>
        <p:spPr>
          <a:xfrm>
            <a:off x="2567583" y="412493"/>
            <a:ext cx="611862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US" sz="4650" dirty="0">
                <a:solidFill>
                  <a:srgbClr val="020202"/>
                </a:solidFill>
                <a:latin typeface="PT Serif"/>
              </a:rPr>
              <a:t>POURQUOI NOUS ?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B004CCF-4538-32D0-9DD2-20C987B070B2}"/>
              </a:ext>
            </a:extLst>
          </p:cNvPr>
          <p:cNvSpPr/>
          <p:nvPr/>
        </p:nvSpPr>
        <p:spPr>
          <a:xfrm>
            <a:off x="4830317" y="1872106"/>
            <a:ext cx="49675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Merveille</a:t>
            </a:r>
            <a:r>
              <a:rPr lang="fr-CA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(étudiante et coiffeuse)</a:t>
            </a: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endParaRPr lang="en-US" sz="23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E4B7DF7-DE8C-A626-8611-4F98186E5B53}"/>
              </a:ext>
            </a:extLst>
          </p:cNvPr>
          <p:cNvSpPr/>
          <p:nvPr/>
        </p:nvSpPr>
        <p:spPr>
          <a:xfrm>
            <a:off x="4826947" y="243316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Visibilité</a:t>
            </a:r>
            <a:r>
              <a:rPr lang="en-US" sz="1750" dirty="0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 </a:t>
            </a:r>
            <a:r>
              <a:rPr lang="en-US" sz="1750" dirty="0" err="1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insuffisante</a:t>
            </a:r>
            <a:r>
              <a:rPr lang="en-US" sz="1750" dirty="0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 pour </a:t>
            </a:r>
            <a:r>
              <a:rPr lang="en-US" sz="1750" dirty="0" err="1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attirer</a:t>
            </a:r>
            <a:r>
              <a:rPr lang="en-US" sz="1750" dirty="0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 </a:t>
            </a:r>
            <a:r>
              <a:rPr lang="en-US" sz="1750" dirty="0" err="1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davantage</a:t>
            </a:r>
            <a:r>
              <a:rPr lang="en-US" sz="1750" dirty="0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 de clients dans le </a:t>
            </a:r>
            <a:r>
              <a:rPr lang="en-US" sz="1750" dirty="0" err="1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secteur</a:t>
            </a:r>
            <a:r>
              <a:rPr lang="en-US" sz="1750" dirty="0">
                <a:solidFill>
                  <a:srgbClr val="383838"/>
                </a:solidFill>
                <a:latin typeface="DM Sans"/>
                <a:ea typeface="Calibri"/>
                <a:cs typeface="Calibri"/>
              </a:rPr>
              <a:t> de la coiffure.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25EE95-9793-931C-5373-6A4886C8BE8F}"/>
              </a:ext>
            </a:extLst>
          </p:cNvPr>
          <p:cNvSpPr/>
          <p:nvPr/>
        </p:nvSpPr>
        <p:spPr>
          <a:xfrm>
            <a:off x="12899571" y="7796893"/>
            <a:ext cx="1657350" cy="334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8028" y="1554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US" sz="4650" dirty="0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La </a:t>
            </a:r>
            <a:r>
              <a:rPr lang="en-US" sz="4650" err="1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Problématique</a:t>
            </a:r>
            <a:r>
              <a:rPr lang="en-US" sz="4650" dirty="0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  </a:t>
            </a:r>
            <a:endParaRPr lang="en-US" sz="2800" dirty="0">
              <a:solidFill>
                <a:srgbClr val="000000"/>
              </a:solidFill>
              <a:latin typeface="PT Serif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5850"/>
              </a:lnSpc>
            </a:pPr>
            <a:r>
              <a:rPr lang="en-US" sz="2800" dirty="0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(Le fil </a:t>
            </a:r>
            <a:r>
              <a:rPr lang="en-US" sz="2800" dirty="0" err="1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conducteur</a:t>
            </a:r>
            <a:r>
              <a:rPr lang="en-US" sz="2800" dirty="0">
                <a:solidFill>
                  <a:srgbClr val="020202"/>
                </a:solidFill>
                <a:latin typeface="PT Serif"/>
                <a:ea typeface="PT Serif" pitchFamily="34" charset="-122"/>
                <a:cs typeface="PT Serif" pitchFamily="34" charset="-120"/>
              </a:rPr>
              <a:t>)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672483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6903839" y="36724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Accessibilité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903839" y="4180642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672483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10795516" y="36724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Flexibilité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795516" y="4180642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025509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6903839" y="50255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Identité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903839" y="5533668"/>
            <a:ext cx="6932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4CF7A22-A65A-C101-9223-C3B4D78A9F70}"/>
              </a:ext>
            </a:extLst>
          </p:cNvPr>
          <p:cNvSpPr/>
          <p:nvPr/>
        </p:nvSpPr>
        <p:spPr>
          <a:xfrm>
            <a:off x="10792352" y="5021563"/>
            <a:ext cx="2356554" cy="388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 err="1">
                <a:solidFill>
                  <a:srgbClr val="383838"/>
                </a:solidFill>
                <a:latin typeface="PT Serif"/>
              </a:rPr>
              <a:t>Emplois</a:t>
            </a: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F6FFE3B7-A407-16B1-905F-97116CF0C5BB}"/>
              </a:ext>
            </a:extLst>
          </p:cNvPr>
          <p:cNvSpPr/>
          <p:nvPr/>
        </p:nvSpPr>
        <p:spPr>
          <a:xfrm>
            <a:off x="10174554" y="5001016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CC7D46-A653-3BFC-B94A-1B3759C538EE}"/>
              </a:ext>
            </a:extLst>
          </p:cNvPr>
          <p:cNvSpPr/>
          <p:nvPr/>
        </p:nvSpPr>
        <p:spPr>
          <a:xfrm>
            <a:off x="12899571" y="7796893"/>
            <a:ext cx="1657350" cy="334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e image contenant personne, Visage humain, portrait, mode&#10;&#10;Description générée automatiqu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4"/>
            <a:ext cx="5486400" cy="8220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1438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L'Histoire de Vanina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605111" y="1898809"/>
            <a:ext cx="30480" cy="551640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Shape 2"/>
          <p:cNvSpPr/>
          <p:nvPr/>
        </p:nvSpPr>
        <p:spPr>
          <a:xfrm>
            <a:off x="6845022" y="239387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Shape 3"/>
          <p:cNvSpPr/>
          <p:nvPr/>
        </p:nvSpPr>
        <p:spPr>
          <a:xfrm>
            <a:off x="6365200" y="215396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6525101" y="2230398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67888" y="2125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Crise Identitaire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67888" y="263378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Vanina, étudiante martiniquaise, manque de coiffeuses spécialisées en cheveux afro.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30827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6365200" y="406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6525101" y="4144804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867888" y="40400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Découverte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867888" y="454818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Elle rejoint le salon Sisterhood QC, un collectif de femmes québécoises afro-descendantes.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222683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Shape 13"/>
          <p:cNvSpPr/>
          <p:nvPr/>
        </p:nvSpPr>
        <p:spPr>
          <a:xfrm>
            <a:off x="6365200" y="598277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4"/>
          <p:cNvSpPr/>
          <p:nvPr/>
        </p:nvSpPr>
        <p:spPr>
          <a:xfrm>
            <a:off x="6525101" y="6059210"/>
            <a:ext cx="190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867888" y="5954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Épanouissement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867888" y="646259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Vanina retrouve confiance et s'intègre mieux dans sa région.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D75776-4BB9-D5D4-8447-5EEF0952933D}"/>
              </a:ext>
            </a:extLst>
          </p:cNvPr>
          <p:cNvSpPr/>
          <p:nvPr/>
        </p:nvSpPr>
        <p:spPr>
          <a:xfrm>
            <a:off x="12899571" y="7796893"/>
            <a:ext cx="1657350" cy="334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e image contenant personne, Visage humain, barbier, coiffure&#10;&#10;Description générée automatiqu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842"/>
            <a:ext cx="5486400" cy="82412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082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L'Histoire de Sophie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3524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620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Frustration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754422" y="2670215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Sophie perd du temps à se coiffer seule avant ses réunions.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4975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9765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Découverte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7754422" y="448472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Elle trouve une coiffeuse à domicile sur recommandation.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6426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7910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Succès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754422" y="6299240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Sophie gagne du temps et de la confiance pour ses réunions.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32413D-0927-17A7-0A5A-C4D52F52F6B5}"/>
              </a:ext>
            </a:extLst>
          </p:cNvPr>
          <p:cNvSpPr/>
          <p:nvPr/>
        </p:nvSpPr>
        <p:spPr>
          <a:xfrm>
            <a:off x="12899571" y="7796893"/>
            <a:ext cx="1657350" cy="334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35" y="782241"/>
            <a:ext cx="7351514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 Secteur de la Coiffure au Québec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22935" y="1722120"/>
            <a:ext cx="7898130" cy="58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75.5%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3330059" y="2531864"/>
            <a:ext cx="2483882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Travailleurs Autonomes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2935" y="2930485"/>
            <a:ext cx="789813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Pourcentage de coiffeurs indépendants au Québec en 2016.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2935" y="3838099"/>
            <a:ext cx="7898130" cy="58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66%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3403997" y="4647843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 Salon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2935" y="5046464"/>
            <a:ext cx="789813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Coiffeurs débutants travaillant en salon pour se former.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2935" y="5954078"/>
            <a:ext cx="7898130" cy="58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29%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3403997" y="6763822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À Domicile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2935" y="7162443"/>
            <a:ext cx="789813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Coiffeurs expérimentés choisissant de travailler de manière autonome.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999" y="590907"/>
            <a:ext cx="5640824" cy="70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Solutions Proposées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99" y="1618298"/>
            <a:ext cx="537210" cy="5372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999" y="2370296"/>
            <a:ext cx="282035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Plateforme</a:t>
            </a: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2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 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51999" y="2851666"/>
            <a:ext cx="7640003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pour connecter clients et coiffeurs à domicile.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99" y="3840123"/>
            <a:ext cx="537210" cy="5372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1999" y="4592122"/>
            <a:ext cx="282035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Réservations Flexibles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51999" y="5073491"/>
            <a:ext cx="7640003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Système de rendez-vous adaptable aux horaires changeants.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9" y="6061948"/>
            <a:ext cx="537210" cy="5372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1999" y="6813947"/>
            <a:ext cx="282035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Réseau de Spécialistes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51999" y="7295317"/>
            <a:ext cx="7640003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Communauté de coiffeurs experts pour tous types de cheveux.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64900"/>
            <a:ext cx="789920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 et Appel à l'Action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049322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1020604" y="52761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Pour les Coiffeurs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578429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Rejoignez notre plateforme pour élargir votre clientèle et flexibiliser votre travail.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49322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5443776" y="52761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Pour les Clients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43776" y="578429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Découvrez une nouvelle façon de vous faire coiffer, adaptée à votre style de vie.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49322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9866948" y="52761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Prochaines Étapes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866948" y="578429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Inscrivez-vous à notre beta test pour façonner l'avenir de la coiffure au Québec.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6BAC74-DD55-D075-5082-598B541D23CE}"/>
              </a:ext>
            </a:extLst>
          </p:cNvPr>
          <p:cNvSpPr/>
          <p:nvPr/>
        </p:nvSpPr>
        <p:spPr>
          <a:xfrm>
            <a:off x="12899571" y="7796893"/>
            <a:ext cx="1657350" cy="334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e015d0-3788-432c-9182-b01378a6dfe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C1A8918C2B3544A77C5305877185CF" ma:contentTypeVersion="11" ma:contentTypeDescription="Crée un document." ma:contentTypeScope="" ma:versionID="db0cc733c9bef0a196cef2ed7360c060">
  <xsd:schema xmlns:xsd="http://www.w3.org/2001/XMLSchema" xmlns:xs="http://www.w3.org/2001/XMLSchema" xmlns:p="http://schemas.microsoft.com/office/2006/metadata/properties" xmlns:ns3="ece015d0-3788-432c-9182-b01378a6dfe7" targetNamespace="http://schemas.microsoft.com/office/2006/metadata/properties" ma:root="true" ma:fieldsID="2d449ae196c8085c3029b86820cfa79b" ns3:_="">
    <xsd:import namespace="ece015d0-3788-432c-9182-b01378a6dfe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e015d0-3788-432c-9182-b01378a6dfe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9E6A59-BCB7-4E34-86B7-B5F08BCE67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5FF48-DF86-4055-B582-FB113C7D5A3B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ece015d0-3788-432c-9182-b01378a6dfe7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2552804-3FB3-4962-BC36-ABF6444C6E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e015d0-3788-432c-9182-b01378a6df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311</Words>
  <Application>Microsoft Office PowerPoint</Application>
  <PresentationFormat>Personnalisé</PresentationFormat>
  <Paragraphs>64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Merveille Ngueukam Sandjo</cp:lastModifiedBy>
  <cp:revision>90</cp:revision>
  <dcterms:created xsi:type="dcterms:W3CDTF">2024-12-11T03:49:01Z</dcterms:created>
  <dcterms:modified xsi:type="dcterms:W3CDTF">2024-12-19T15:55:40Z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0x01010094C1A8918C2B3544A77C5305877185CF</vt:lpwstr>
  </property>
</Properties>
</file>